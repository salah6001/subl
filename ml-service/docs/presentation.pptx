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234440"/>
            <a:ext cx="2103120" cy="27432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43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MindType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Keystroke-Based Stress Detection &amp; Monitoring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3246120"/>
            <a:ext cx="84124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3767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75,283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14600" y="3767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 events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3767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classes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1228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90.3%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12280" y="3767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137160" cy="13716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04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stress detection relies on surveys — completed infrequently and subject to self-report bias.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137160" cy="13716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are intrusive and expensive, limiting accessibility at scale.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52928"/>
            <a:ext cx="137160" cy="13716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07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stress — stress the person hasn't consciously recognised — goes entirely undetected.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0" cy="3474720"/>
          </a:xfrm>
          <a:prstGeom prst="line">
            <a:avLst/>
          </a:prstGeom>
          <a:noFill/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137160" cy="1371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4904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analysis of keystroke dynamics — no extra hardware, no user effort.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137160" cy="1371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 of 5 emotional states using a Random Forest trained on EmoSurv.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852928"/>
            <a:ext cx="137160" cy="1371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8072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detection: cross-reference model output with optional survey to surface hidden stress.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EmoSurv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192024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572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143000"/>
            <a:ext cx="192024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143000"/>
            <a:ext cx="4572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75,283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1554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 events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143000"/>
            <a:ext cx="192024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143000"/>
            <a:ext cx="4572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1554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37960" y="1143000"/>
            <a:ext cx="219456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1143000"/>
            <a:ext cx="4572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1554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labels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57400"/>
          <a:ext cx="8412480" cy="246888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4389120"/>
                <a:gridCol w="128016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columns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Missing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Participants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userId, gender, country, typistType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Fixed text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46,871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D1U1, D1D2, emotionIndex, keyCode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5.0%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Free text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28,412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D1U1, D1D2, emotionIndex, keyCode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Frequency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delFreq, leftFreq, TotTime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38912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36576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97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mean_dwell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417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key hold duration (D1U1, ms) — motor tension signal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0" y="1271016"/>
            <a:ext cx="757123" cy="237744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78931" y="12710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438912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01368"/>
            <a:ext cx="36576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8562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median_flight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075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inter-key interval (D1D2, ms) — typing rhythm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1929384"/>
            <a:ext cx="897026" cy="237744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8834" y="19293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459736"/>
            <a:ext cx="438912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59736"/>
            <a:ext cx="36576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514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cv_flight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27340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variation of flight time — rhythm variability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2587752"/>
            <a:ext cx="732434" cy="237744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4242" y="25877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118104"/>
            <a:ext cx="438912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118104"/>
            <a:ext cx="36576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1729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mean_del_freq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3392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delete/backspace count — error &amp; correction rate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3246120"/>
            <a:ext cx="497891" cy="237744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19699" y="3246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776472"/>
            <a:ext cx="438912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776472"/>
            <a:ext cx="36576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831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mean_tot_time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" y="4050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total session duration — overall task pace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03520" y="3904488"/>
            <a:ext cx="1234440" cy="237744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6248" y="39044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10241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(Gini)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— 94% accuracy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accuracy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335024"/>
            <a:ext cx="3302813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07101" y="13350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865376"/>
            <a:ext cx="3218688" cy="20116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2976" y="18653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2395728"/>
            <a:ext cx="2553005" cy="201168"/>
          </a:xfrm>
          <a:prstGeom prst="rect">
            <a:avLst/>
          </a:prstGeom>
          <a:solidFill>
            <a:srgbClr val="BA7517">
              <a:alpha val="70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7293" y="2395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69.8%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2926080"/>
            <a:ext cx="2121408" cy="201168"/>
          </a:xfrm>
          <a:prstGeom prst="rect">
            <a:avLst/>
          </a:prstGeom>
          <a:solidFill>
            <a:srgbClr val="D85A30">
              <a:alpha val="7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696" y="2926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078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(test set)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298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344168"/>
            <a:ext cx="1971446" cy="182880"/>
          </a:xfrm>
          <a:prstGeom prst="rect">
            <a:avLst/>
          </a:prstGeom>
          <a:solidFill>
            <a:srgbClr val="BA7517">
              <a:alpha val="80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4774" y="1344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1801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847088"/>
            <a:ext cx="1931213" cy="182880"/>
          </a:xfrm>
          <a:prstGeom prst="rect">
            <a:avLst/>
          </a:prstGeom>
          <a:solidFill>
            <a:srgbClr val="185FA5">
              <a:alpha val="80000"/>
            </a:srgbClr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4541" y="1847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304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350008"/>
            <a:ext cx="1890979" cy="182880"/>
          </a:xfrm>
          <a:prstGeom prst="rect">
            <a:avLst/>
          </a:prstGeom>
          <a:solidFill>
            <a:srgbClr val="888780">
              <a:alpha val="80000"/>
            </a:srgbClr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4307" y="2350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807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852928"/>
            <a:ext cx="1850746" cy="182880"/>
          </a:xfrm>
          <a:prstGeom prst="rect">
            <a:avLst/>
          </a:prstGeom>
          <a:solidFill>
            <a:srgbClr val="D85A30">
              <a:alpha val="8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4074" y="28529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310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3355848"/>
            <a:ext cx="1850746" cy="18288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4074" y="3355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stress detection (Angry + Sad vs rest):  F1 = 0.913  —  production-ready for real-time alerting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 Stress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841248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3385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stress_score = (P(Angry) + P(Sad)) × 100     |     divergence = (stress_score / 100) − (survey_score / 10)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2011680" cy="1828800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55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423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" y="28346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stress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recommendation stack activates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1664208"/>
            <a:ext cx="2011680" cy="1828800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1755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24328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24328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24328" y="2423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87752" y="28346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stress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87752" y="3090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triggered — divergence &gt; 20pp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664208"/>
            <a:ext cx="2011680" cy="1828800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755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73168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75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73168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2423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8346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36592" y="3090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Survey-reported, no behavioral signal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12280" y="1664208"/>
            <a:ext cx="2011680" cy="182880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22008" y="1755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22008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22008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22008" y="2423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85432" y="28346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85432" y="3090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confirmation only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1417320" cy="960120"/>
          </a:xfrm>
          <a:prstGeom prst="rect">
            <a:avLst/>
          </a:prstGeom>
          <a:solidFill>
            <a:srgbClr val="185FA5">
              <a:alpha val="75000"/>
            </a:srgbClr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35608"/>
            <a:ext cx="1417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Keystrokes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3080" y="1915668"/>
            <a:ext cx="3657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417320"/>
            <a:ext cx="1417320" cy="960120"/>
          </a:xfrm>
          <a:prstGeom prst="rect">
            <a:avLst/>
          </a:prstGeom>
          <a:solidFill>
            <a:srgbClr val="028090">
              <a:alpha val="7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435608"/>
            <a:ext cx="1417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915668"/>
            <a:ext cx="3657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1417320"/>
            <a:ext cx="1417320" cy="960120"/>
          </a:xfrm>
          <a:prstGeom prst="rect">
            <a:avLst/>
          </a:prstGeom>
          <a:solidFill>
            <a:srgbClr val="1D9E75">
              <a:alpha val="75000"/>
            </a:srgbClr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435608"/>
            <a:ext cx="1417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49240" y="1915668"/>
            <a:ext cx="3657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417320"/>
            <a:ext cx="1417320" cy="960120"/>
          </a:xfrm>
          <a:prstGeom prst="rect">
            <a:avLst/>
          </a:prstGeom>
          <a:solidFill>
            <a:srgbClr val="BA7517">
              <a:alpha val="75000"/>
            </a:srgbClr>
          </a:solidFill>
          <a:ln w="19050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435608"/>
            <a:ext cx="1417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1915668"/>
            <a:ext cx="3657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417320"/>
            <a:ext cx="1417320" cy="960120"/>
          </a:xfrm>
          <a:prstGeom prst="rect">
            <a:avLst/>
          </a:prstGeom>
          <a:solidFill>
            <a:srgbClr val="D85A30">
              <a:alpha val="75000"/>
            </a:srgbClr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435608"/>
            <a:ext cx="1417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cleaned_data.csv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final_features.csv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4884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cleaned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92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 CV acc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mindtype_model.pkl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1500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stress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UI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1389888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8444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47088" y="3566160"/>
            <a:ext cx="1389888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47088" y="358444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01–05 notebooks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28416" y="3566160"/>
            <a:ext cx="1389888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58444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9744" y="3566160"/>
            <a:ext cx="1389888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8444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91072" y="3566160"/>
            <a:ext cx="1389888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358444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72400" y="3566160"/>
            <a:ext cx="1389888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358444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docs/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3383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system delivers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196596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45720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15568"/>
            <a:ext cx="196596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115568"/>
            <a:ext cx="45720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2070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15270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accuracy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115568"/>
            <a:ext cx="196596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115568"/>
            <a:ext cx="457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070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91.3%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15270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stress F1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115568"/>
            <a:ext cx="205740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1115568"/>
            <a:ext cx="45720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2070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20pp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5270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stress threshold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411480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103120"/>
            <a:ext cx="45720" cy="6858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1579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Angry = fastest typing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flight (239ms) &amp; dwell (88.6ms). Sharp, quick keypresses reliably signal arousal.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103120"/>
            <a:ext cx="411480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103120"/>
            <a:ext cx="45720" cy="6858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1579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 = slowest &amp; deliberate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flight (292ms) &amp; dwell (104ms). Consistent with reduced motor energy.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880360"/>
            <a:ext cx="411480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880360"/>
            <a:ext cx="45720" cy="6858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935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 = fastest sessions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session time (52.8s avg). Positive affect enables fluent, uninterrupted flow.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880360"/>
            <a:ext cx="411480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880360"/>
            <a:ext cx="457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935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features — balanced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dominates (max 30%). Robust when data is incomplete.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657600"/>
            <a:ext cx="411480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657600"/>
            <a:ext cx="45720" cy="6858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7124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 stress detected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3931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detection flags stress unseen by surveys — the core clinical value.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657600"/>
            <a:ext cx="411480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657600"/>
            <a:ext cx="45720" cy="6858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7124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Production-ready API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3931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Dash dashboard. 5 endpoints, CORS, request logging, &lt;250ms latency.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19659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MindType AI — from raw keystrokes to real-time mental health insights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2487168"/>
            <a:ext cx="84124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697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api.app:app --port 8000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2697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14600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dashboard/app.py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2697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localhost:8000/docs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12280" y="2697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12280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90.3% CV · 94.2% test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MindType AI — Keystroke-Based Stress Detection</dc:title>
  <dc:subject>PptxGenJS Presentation</dc:subject>
  <dc:creator>MindType AI</dc:creator>
  <cp:lastModifiedBy>MindType AI</cp:lastModifiedBy>
  <cp:revision>1</cp:revision>
  <dcterms:created xsi:type="dcterms:W3CDTF">2026-04-27T20:19:22Z</dcterms:created>
  <dcterms:modified xsi:type="dcterms:W3CDTF">2026-04-27T20:19:22Z</dcterms:modified>
</cp:coreProperties>
</file>