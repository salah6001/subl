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Subl - AI Stress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Through Typing Pattern Analysis</a:t>
            </a:r>
            <a:br/>
            <a:r>
              <a:t>Comprehensive Data Analysis &amp; Machine Learning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Subl is an AI-powered system that detects stress through typing patterns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Analyzes keystroke dynamics: hold times, flight times, rhythm patterns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Key Concept: 'Time is more truthful than words'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Detects stress without asking users directly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Identifies 5 cognitive states: Normal, Calm, High Stress, Angry, Sad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Achieves 76.9% accuracy using Gradient Boosting Classifier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Participants Information: 39 users with demographics and typing experience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Fixed Text Dataset: 14,500+ keystrokes (controlled experiment)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Free Text Dataset: 28,000+ keystrokes (natural typing)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Frequency Dataset: Error and correction patterns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Total: 42,500+ keystrokes analyzed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Emotion labels: N (Normal), C (Calm), H (High Stress), A (Angry), S (Sad)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Loaded 4 CSV files with semicolon separators (European format)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Cleaned data: Removed invalid timestamps (&lt; 0 or &gt; 2000ms)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Filtered recording errors and outliers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Normalized column names across datasets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Combined Fixed and Free text datasets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Final dataset: Clean, consistent, analysis-ready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 Engineering (12 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Hold Time Statistics: mean, std, max, min, CV (D1U1)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Flight Time Statistics: mean, std, max, min, CV (D1D2)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Typing Speed: 60000 / (hold_time + flight_time) in keys/min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Key Press Count: Total keystrokes per session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Inter-Key Timing: U1D2 mean and std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Coefficient of Variation (CV): Normalized variability measure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Finding 1: Muscle Tension Phenomenon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Observation: Hold time (D1U1) increases under stress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Normal/Calm average: ~97 ms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High Stress average: ~108 ms (+11% increase)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Explanation: Stressed users press keys harder and longer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Physical manifestation of mental stress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This is our primary stress indicator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Finding 2: Broken Rhythm Phenomenon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Observation: Flight time variance increases under stress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Users type in irregular bursts: 'fast...pause...fast...pause'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Normal state: Consistent, smooth rhythm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Stress state: Erratic, unpredictable pauses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Cognitive load disrupts motor patterns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Measured by Flight Time Coefficient of Variation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Machine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Trained 3 models: Random Forest, Gradient Boosting, SVM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Best Model: Gradient Boosting Classifier with 76.9% accuracy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Binary Classification: Normal/Calm vs Stress (H, A, S)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Cross-validation: 5-fold for robustness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ROC AUC: 0.85 (excellent discrimination)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Precision: 88% for Normal, 68% for Stress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 Importance (Top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1. Typing Speed (24.5%) - Overall productivity indicator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2. Hold Time Mean (19.8%) - Muscle tension indicator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3. Flight Time Mean (17.6%) - Rhythm indicator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4. Hold Time CV (13.4%) - Consistency indicator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5. Flight Time CV (11.2%) - Rhythm stability indicator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Top 3 features account for 61.9% of model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Model Performance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Test Accuracy: 76.9% (Gradient Boosting)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Train Accuracy: 100% (some overfitting observed)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Recall (Stress): 88% - Catches most stress cases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Precision (Normal): 88% - Few false alarms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F1-Score: 77% - Balanced performance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ROC AUC: 0.85 - Excellent discrimination 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Visualizations Created (8 Charts)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Chart 1: Emotion Analysis - Behavior by emotional state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Chart 2: Correlation Analysis - Feature relationships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Chart 3: Error Patterns - Delete and navigation usage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Chart 4: Advanced Patterns - Rhythm and timing analysis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Chart 5: Distribution Analysis - Feature distributions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Chart 6: Model Analysis - Performance and ROC curve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Chart 7: Comprehensive Dashboard - All metrics summary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Chart 8: Real-time Simulation - Live stress detection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Jupyter Notebook: Complete analysis with explanations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Python Script: Reusable data pipeline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Excel Dashboard: 7 sheets with professional formatting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Power BI Data: 6 CSV files for dashboard creation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Trained Model: Gradient Boosting classifier (PKL file)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Visualizations: 8 high-quality PNG charts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Web Application: Interactive demo (React + TypeScript)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Subl demonstrates that typing patterns can detect stress with 77% accuracy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Muscle Tension and Broken Rhythm are key stress indicators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No need to ask users 'Are you stressed?' - monitor their rhythm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Privacy-first: Only timing data, no keystroke content stored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Paradigm shift: From reactive treatment to proactive care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Future work: Real-time implementation and user studies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